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502920"/>
            <a:ext cx="1920240" cy="188196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713232"/>
            <a:ext cx="1874519" cy="29260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DCF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960" b="1">
                <a:solidFill>
                  <a:srgbClr val="15957F"/>
                </a:solidFill>
                <a:latin typeface="Aptos"/>
              </a:rPr>
              <a:t>Arquitectura ejecutiva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61872"/>
            <a:ext cx="4389120" cy="59436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4400" b="1">
                <a:solidFill>
                  <a:srgbClr val="123C3A"/>
                </a:solidFill>
                <a:latin typeface="Aptos Display"/>
              </a:rPr>
              <a:t>Quiru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500" b="1">
                <a:solidFill>
                  <a:srgbClr val="15957F"/>
                </a:solidFill>
                <a:latin typeface="Aptos Display"/>
              </a:rPr>
              <a:t>Interconexiones de voz, web y nube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15184"/>
            <a:ext cx="5760720" cy="73152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320" b="0">
                <a:solidFill>
                  <a:srgbClr val="51706D"/>
                </a:solidFill>
                <a:latin typeface="Aptos"/>
              </a:defRPr>
            </a:pPr>
            <a:r>
              <a:t>Vista gr?fica para explicar c?mo se conectan cliente, odont?logo, quiru_app, Firebase, Annyang y Google Cloud NLP.</a:t>
            </a:r>
          </a:p>
          <a:p>
            <a:pPr>
              <a:lnSpc>
                <a:spcPct val="105000"/>
              </a:lnSpc>
              <a:defRPr sz="1320" b="0">
                <a:solidFill>
                  <a:srgbClr val="51706D"/>
                </a:solidFill>
                <a:latin typeface="Aptos"/>
              </a:defRPr>
            </a:pPr>
            <a:r>
              <a:t>Preparada para conversaci?n ejecutiva: responsabilidades, flujos y puntos de control.</a:t>
            </a:r>
          </a:p>
        </p:txBody>
      </p:sp>
      <p:sp>
        <p:nvSpPr>
          <p:cNvPr id="7" name="Oval 6"/>
          <p:cNvSpPr/>
          <p:nvPr/>
        </p:nvSpPr>
        <p:spPr>
          <a:xfrm>
            <a:off x="7333488" y="1508760"/>
            <a:ext cx="438912" cy="438912"/>
          </a:xfrm>
          <a:prstGeom prst="ellipse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59752" y="196596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79" y="2651760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907791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Paciente</a:t>
            </a:r>
          </a:p>
        </p:txBody>
      </p:sp>
      <p:sp>
        <p:nvSpPr>
          <p:cNvPr id="11" name="Oval 10"/>
          <p:cNvSpPr/>
          <p:nvPr/>
        </p:nvSpPr>
        <p:spPr>
          <a:xfrm>
            <a:off x="7333488" y="3886200"/>
            <a:ext cx="438912" cy="43891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59752" y="434340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79" y="5029200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Odont?logo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285232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Usuario cl?nico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965960"/>
            <a:ext cx="210312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39112"/>
            <a:ext cx="1956815" cy="384048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67928" y="2157984"/>
            <a:ext cx="73152" cy="73152"/>
          </a:xfrm>
          <a:prstGeom prst="ellipse">
            <a:avLst/>
          </a:prstGeom>
          <a:solidFill>
            <a:srgbClr val="D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0808" y="2157984"/>
            <a:ext cx="73152" cy="73152"/>
          </a:xfrm>
          <a:prstGeom prst="ellipse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33688" y="2157984"/>
            <a:ext cx="73152" cy="7315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130552"/>
            <a:ext cx="1188719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80" b="0">
                <a:solidFill>
                  <a:srgbClr val="51706D"/>
                </a:solidFill>
                <a:latin typeface="Aptos"/>
              </a:rPr>
              <a:t>quiru_app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8512" y="2587752"/>
            <a:ext cx="1499616" cy="658368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Web Quiru App
Vue SPA</a:t>
            </a:r>
          </a:p>
        </p:txBody>
      </p:sp>
      <p:sp>
        <p:nvSpPr>
          <p:cNvPr id="22" name="Cloud 21"/>
          <p:cNvSpPr/>
          <p:nvPr/>
        </p:nvSpPr>
        <p:spPr>
          <a:xfrm>
            <a:off x="10104120" y="2240280"/>
            <a:ext cx="1417320" cy="1325880"/>
          </a:xfrm>
          <a:prstGeom prst="cloud">
            <a:avLst/>
          </a:prstGeom>
          <a:solidFill>
            <a:srgbClr val="DCFBF3"/>
          </a:solidFill>
          <a:ln w="1524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2496312"/>
            <a:ext cx="960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Firebase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862072"/>
            <a:ext cx="777240" cy="54864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Auth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Firestore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001000" y="2240280"/>
            <a:ext cx="502920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8" y="2011680"/>
            <a:ext cx="73152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datos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001000" y="4617720"/>
            <a:ext cx="502920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4389120"/>
            <a:ext cx="73152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voz + atenci?n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195560" y="2880360"/>
            <a:ext cx="438912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2651760"/>
            <a:ext cx="667512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Arquitectura gr?fica de interconexiones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Vista de alto nivel: actores, navegador, aplicaci?n, voz, Firebase y Google Cloud NLP.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042415" y="1828800"/>
            <a:ext cx="438912" cy="438912"/>
          </a:xfrm>
          <a:prstGeom prst="ellipse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28600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2971800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227832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Datos, citas, consentimiento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5" y="4069080"/>
            <a:ext cx="438912" cy="43891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52628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5212080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Odont?logo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5468112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Atenci?n, dictado, gesti?n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1508760"/>
            <a:ext cx="41605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96312" y="1581912"/>
            <a:ext cx="4014215" cy="384048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24328" y="1700784"/>
            <a:ext cx="73152" cy="73152"/>
          </a:xfrm>
          <a:prstGeom prst="ellipse">
            <a:avLst/>
          </a:prstGeom>
          <a:solidFill>
            <a:srgbClr val="D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07208" y="1700784"/>
            <a:ext cx="73152" cy="73152"/>
          </a:xfrm>
          <a:prstGeom prst="ellipse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0088" y="1700784"/>
            <a:ext cx="73152" cy="7315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1673351"/>
            <a:ext cx="3246120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80" b="0">
                <a:solidFill>
                  <a:srgbClr val="51706D"/>
                </a:solidFill>
                <a:latin typeface="Aptos"/>
              </a:rPr>
              <a:t>Navegador web / dispositivo del usuario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2057400"/>
            <a:ext cx="3063240" cy="960120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quiru_app Web
Vue 3 SPA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337560"/>
            <a:ext cx="914400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Pacientes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7328" y="3337560"/>
            <a:ext cx="71323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Citas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0288" y="3337560"/>
            <a:ext cx="98755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Admisi?n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3767328"/>
            <a:ext cx="1225296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Odontograma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3767328"/>
            <a:ext cx="62179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3767328"/>
            <a:ext cx="53035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07792" y="4572000"/>
            <a:ext cx="3200400" cy="658368"/>
          </a:xfrm>
          <a:prstGeom prst="roundRect">
            <a:avLst/>
          </a:prstGeom>
          <a:solidFill>
            <a:srgbClr val="FFF6DA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123C3A"/>
                </a:solidFill>
                <a:latin typeface="Aptos"/>
              </a:rPr>
              <a:t>Annyang + Web Speech API
Reconocimiento de voz en navegador</a:t>
            </a:r>
          </a:p>
        </p:txBody>
      </p:sp>
      <p:sp>
        <p:nvSpPr>
          <p:cNvPr id="30" name="Cloud 29"/>
          <p:cNvSpPr/>
          <p:nvPr/>
        </p:nvSpPr>
        <p:spPr>
          <a:xfrm>
            <a:off x="7452360" y="1417320"/>
            <a:ext cx="3063240" cy="1965960"/>
          </a:xfrm>
          <a:prstGeom prst="cloud">
            <a:avLst/>
          </a:prstGeom>
          <a:solidFill>
            <a:srgbClr val="DCFBF3"/>
          </a:solidFill>
          <a:ln w="1524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1673352"/>
            <a:ext cx="260604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Firebase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039112"/>
            <a:ext cx="2423160" cy="1188719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Hosting: entrega app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Auth: identidad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Firestore: datos cl?nicos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Storage: archivos</a:t>
            </a:r>
          </a:p>
        </p:txBody>
      </p:sp>
      <p:sp>
        <p:nvSpPr>
          <p:cNvPr id="33" name="Cloud 32"/>
          <p:cNvSpPr/>
          <p:nvPr/>
        </p:nvSpPr>
        <p:spPr>
          <a:xfrm>
            <a:off x="7607808" y="3977639"/>
            <a:ext cx="2834640" cy="1691640"/>
          </a:xfrm>
          <a:prstGeom prst="cloud">
            <a:avLst/>
          </a:prstGeom>
          <a:solidFill>
            <a:srgbClr val="E2EEFF"/>
          </a:solidFill>
          <a:ln w="15240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6408" y="4233672"/>
            <a:ext cx="237744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Google Cloud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4599431"/>
            <a:ext cx="2194560" cy="9144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Machine Learning / NLP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Cloud Function corecttext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normalizaci?n de lenguaje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38360" y="5559552"/>
            <a:ext cx="1691640" cy="65836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950" b="1">
                <a:solidFill>
                  <a:srgbClr val="123C3A"/>
                </a:solidFill>
                <a:latin typeface="Aptos"/>
              </a:rPr>
              <a:t>Google Calendar API
agenda y disponibilidad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783080" y="2523744"/>
            <a:ext cx="658368" cy="164592"/>
          </a:xfrm>
          <a:prstGeom prst="rightArrow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09928" y="2295144"/>
            <a:ext cx="886968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datos / citas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783080" y="4736592"/>
            <a:ext cx="658368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09928" y="4507992"/>
            <a:ext cx="886968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atenci?n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08760" y="4617720"/>
            <a:ext cx="1399032" cy="283464"/>
          </a:xfrm>
          <a:prstGeom prst="line">
            <a:avLst/>
          </a:prstGeom>
          <a:ln w="22860">
            <a:solidFill>
              <a:srgbClr val="F6BF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057400" y="4736592"/>
            <a:ext cx="320040" cy="16459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voz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446520" y="2395728"/>
            <a:ext cx="1143000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2167128"/>
            <a:ext cx="1371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auth + datos + archivos</a:t>
            </a:r>
          </a:p>
        </p:txBody>
      </p:sp>
      <p:sp>
        <p:nvSpPr>
          <p:cNvPr id="45" name="Left Arrow 44"/>
          <p:cNvSpPr/>
          <p:nvPr/>
        </p:nvSpPr>
        <p:spPr>
          <a:xfrm>
            <a:off x="7543800" y="2770632"/>
            <a:ext cx="1051560" cy="164592"/>
          </a:xfrm>
          <a:prstGeom prst="leftArrow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70648" y="2990088"/>
            <a:ext cx="128016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tiempo real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6053328" y="4800600"/>
            <a:ext cx="1764792" cy="91440"/>
          </a:xfrm>
          <a:prstGeom prst="line">
            <a:avLst/>
          </a:prstGeom>
          <a:ln w="22860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80760" y="4590288"/>
            <a:ext cx="1783080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texto dudoso / correcci?n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6053328" y="5120640"/>
            <a:ext cx="1792224" cy="18288"/>
          </a:xfrm>
          <a:prstGeom prst="line">
            <a:avLst/>
          </a:prstGeom>
          <a:ln w="22860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63640" y="5193792"/>
            <a:ext cx="1508760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texto normalizado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80760" y="3611880"/>
            <a:ext cx="3657600" cy="2194560"/>
          </a:xfrm>
          <a:prstGeom prst="line">
            <a:avLst/>
          </a:prstGeom>
          <a:ln w="1778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900416" y="4617720"/>
            <a:ext cx="457200" cy="16459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00" b="0">
                <a:solidFill>
                  <a:srgbClr val="51706D"/>
                </a:solidFill>
                <a:latin typeface="Aptos"/>
              </a:rPr>
              <a:t>citas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81328" y="6144768"/>
            <a:ext cx="9052560" cy="29260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EC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40" b="1">
                <a:solidFill>
                  <a:srgbClr val="123C3A"/>
                </a:solidFill>
                <a:latin typeface="Aptos"/>
              </a:rPr>
              <a:t>Cliente y odont?logo interact?an con una SPA cliente-pesada; Firebase persiste y sincroniza; NLP apoya el reconocimiento de voz.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Flujo de voz y procesamiento de lenguaje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C?mo un dictado cl?nico se convierte en hallazgo del odontograma.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1828800"/>
            <a:ext cx="347472" cy="347472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1444752" cy="1143000"/>
          </a:xfrm>
          <a:prstGeom prst="roundRect">
            <a:avLst/>
          </a:prstGeom>
          <a:solidFill>
            <a:srgbClr val="DCFBF3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2450592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Odont?logo dicta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Ejemplo: pieza 16 caries oclusal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20240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31136" y="1828800"/>
            <a:ext cx="347472" cy="347472"/>
          </a:xfrm>
          <a:prstGeom prst="roundRect">
            <a:avLst/>
          </a:prstGeom>
          <a:solidFill>
            <a:srgbClr val="F6BF26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7128" y="2267712"/>
            <a:ext cx="1444752" cy="114300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68296" y="2450592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Micr?fono navegador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6584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Permiso de audio + Web Speech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584448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95344" y="1828800"/>
            <a:ext cx="347472" cy="347472"/>
          </a:xfrm>
          <a:prstGeom prst="roundRect">
            <a:avLst/>
          </a:prstGeom>
          <a:solidFill>
            <a:srgbClr val="F6BF26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31336" y="2267712"/>
            <a:ext cx="1444752" cy="114300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32504" y="2450592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Annyang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792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Convierte voz a texto y dispara comandos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248656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59552" y="1828800"/>
            <a:ext cx="347472" cy="347472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95544" y="2267712"/>
            <a:ext cx="1444752" cy="1143000"/>
          </a:xfrm>
          <a:prstGeom prst="roundRect">
            <a:avLst/>
          </a:prstGeom>
          <a:solidFill>
            <a:srgbClr val="DCFBF3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96712" y="2450592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Parser Quiru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comandosDeVoz.js interpreta pieza/hallazgo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912864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23760" y="1828800"/>
            <a:ext cx="347472" cy="347472"/>
          </a:xfrm>
          <a:prstGeom prst="roundRect">
            <a:avLst/>
          </a:prstGeom>
          <a:solidFill>
            <a:srgbClr val="376BC7"/>
          </a:solidFill>
          <a:ln w="13335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9752" y="2267712"/>
            <a:ext cx="1444752" cy="114300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60920" y="2450592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2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Google Cloud NLP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8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corrige/normaliza texto no reconocido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577072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87968" y="1828800"/>
            <a:ext cx="347472" cy="347472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60" y="2267712"/>
            <a:ext cx="1444752" cy="1143000"/>
          </a:xfrm>
          <a:prstGeom prst="roundRect">
            <a:avLst/>
          </a:prstGeom>
          <a:solidFill>
            <a:srgbClr val="DCFBF3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25128" y="2450592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Firestore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3416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guarda hallazgo en odontograma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241280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52176" y="1828800"/>
            <a:ext cx="347472" cy="347472"/>
          </a:xfrm>
          <a:prstGeom prst="roundRect">
            <a:avLst/>
          </a:prstGeom>
          <a:solidFill>
            <a:srgbClr val="FF8D6B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88168" y="2267712"/>
            <a:ext cx="1444752" cy="114300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689336" y="2450592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11128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UI + PDF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07624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odontograma, resumen, plan y reporte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4800600"/>
            <a:ext cx="10287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15568" y="498348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37360" y="4928616"/>
            <a:ext cx="93268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Punto clave ejecutivo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" y="5330952"/>
            <a:ext cx="986637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Annyang vive en el navegador: reduce fricci?n porque el odont?logo dicta durante la atenci?n.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Google Cloud NLP no reemplaza el flujo cl?nico; act?a como apoyo cuando el texto requiere correcci?n o normalizaci?n.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El resultado final se persiste en Firebase para disponibilidad en tiempo real y generaci?n documental.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Flujo cl?nico y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De la atenci?n al documento cl?nico.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572768"/>
            <a:ext cx="1645920" cy="411480"/>
          </a:xfrm>
          <a:prstGeom prst="roundRect">
            <a:avLst/>
          </a:prstGeom>
          <a:solidFill>
            <a:srgbClr val="FF8D6B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Cliente / Paciente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1645920" cy="411480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Odont?logo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87952"/>
            <a:ext cx="1645920" cy="411480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quiru_app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04688"/>
            <a:ext cx="1645920" cy="411480"/>
          </a:xfrm>
          <a:prstGeom prst="roundRect">
            <a:avLst/>
          </a:prstGeom>
          <a:solidFill>
            <a:srgbClr val="376BC7"/>
          </a:solidFill>
          <a:ln w="13335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Firebase / Cloud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240280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" y="3547872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" y="4864608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" y="6172200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697480" y="1536192"/>
            <a:ext cx="1170432" cy="56692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Solicita cita
o llega a consulta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2834640"/>
            <a:ext cx="1170432" cy="56692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Registra / busca
paciente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4133087"/>
            <a:ext cx="1170432" cy="56692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Admisi?n
y antecedentes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834640"/>
            <a:ext cx="1170432" cy="566928"/>
          </a:xfrm>
          <a:prstGeom prst="roundRect">
            <a:avLst/>
          </a:prstGeom>
          <a:solidFill>
            <a:srgbClr val="FFF6DA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Dictado de voz
+ odontograma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133087"/>
            <a:ext cx="1170432" cy="56692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Plan / cotizaci?n
y consentimientos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4133087"/>
            <a:ext cx="1170432" cy="56692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PDF historia cl?nica
reportes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5449824"/>
            <a:ext cx="822960" cy="38404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Auth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5349240"/>
            <a:ext cx="1920240" cy="585216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50" b="1">
                <a:solidFill>
                  <a:srgbClr val="123C3A"/>
                </a:solidFill>
                <a:latin typeface="Aptos"/>
              </a:rPr>
              <a:t>Firestore
paciente/odontograma/citas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349240"/>
            <a:ext cx="1371600" cy="585216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50" b="1">
                <a:solidFill>
                  <a:srgbClr val="123C3A"/>
                </a:solidFill>
                <a:latin typeface="Aptos"/>
              </a:rPr>
              <a:t>Storage
archivos cl?nicos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5349240"/>
            <a:ext cx="1417320" cy="585216"/>
          </a:xfrm>
          <a:prstGeom prst="roundRect">
            <a:avLst/>
          </a:prstGeom>
          <a:solidFill>
            <a:srgbClr val="E2EEFF"/>
          </a:solidFill>
          <a:ln w="13335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50" b="1">
                <a:solidFill>
                  <a:srgbClr val="123C3A"/>
                </a:solidFill>
                <a:latin typeface="Aptos"/>
              </a:rPr>
              <a:t>Cloud NLP
correcci?n texto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5449824"/>
            <a:ext cx="868680" cy="38404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Hosting
SPA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86791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05663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19963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47979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880567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407408" y="3401568"/>
            <a:ext cx="576072" cy="768095"/>
          </a:xfrm>
          <a:prstGeom prst="line">
            <a:avLst/>
          </a:prstGeom>
          <a:ln w="1524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03720" y="3401568"/>
            <a:ext cx="731520" cy="768095"/>
          </a:xfrm>
          <a:prstGeom prst="line">
            <a:avLst/>
          </a:prstGeom>
          <a:ln w="1524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6344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0372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2396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8408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651760" y="6236208"/>
            <a:ext cx="8138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52928" y="6419088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6364224"/>
            <a:ext cx="717804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Lectura ejecutiva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71215" y="6766560"/>
            <a:ext cx="7717536" cy="-1828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Quiru conecta experiencia cl?nica y persistencia cloud: el odont?logo trabaja en una sola interfaz, mientras Firebase consolida identidad, datos, archivos y despliegue.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Responsabilidades por componente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Qu? hace cada pieza dentro de la arquitectura.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2971800" cy="155448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83080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728216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Cliente / Paciente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130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Entrega datos personales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Agenda o confirma atenci?n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Firma/adjunta documentos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2971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178308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728216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Odont?logo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130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Gestiona pacientes y citas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Dicta hallazgos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Genera plan, cotizaci?n y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2971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47888" y="1783080"/>
            <a:ext cx="502920" cy="64008"/>
          </a:xfrm>
          <a:prstGeom prst="roundRect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728216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quiru_app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30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Interfaz Vue SPA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Orquesta flujos cl?nicos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Ejecuta l?gica de presentaci?n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2971800" cy="155448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" y="4069080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Annyang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416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Reconocimiento de voz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Eventos de comandos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Corre en navegador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86200"/>
            <a:ext cx="2971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406908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014215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Firebase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416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Auth, Firestore, Storage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Hosting de la SPA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Sincronizaci?n en tiempo real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886200"/>
            <a:ext cx="2971800" cy="155448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47888" y="4069080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014215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Google Cloud NLP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4416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Correcci?n de texto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Normalizaci?n sem?ntica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Apoyo ML al dictado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0288" y="3255264"/>
            <a:ext cx="2743200" cy="438912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Orquestaci?n
de experiencia cl?nica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Per?metro de seguridad y gobierno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Controles recomendados para una arquitectura cl?nica en nube.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06240" y="2331720"/>
            <a:ext cx="3703320" cy="1051560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Datos cl?nicos Quiru
Pacientes, odontogramas, citas, archivos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3063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" y="173736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682495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Identidad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084831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Firebase Auth + roles de usuario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029967"/>
            <a:ext cx="2075689" cy="822961"/>
          </a:xfrm>
          <a:prstGeom prst="line">
            <a:avLst/>
          </a:prstGeom>
          <a:ln w="15875">
            <a:solidFill>
              <a:srgbClr val="22C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79" y="1554480"/>
            <a:ext cx="3063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85048" y="173736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82495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Reglas de acceso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084831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Firestore/Storage Rules por odont?logo y rol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53328" y="2029967"/>
            <a:ext cx="2130551" cy="822961"/>
          </a:xfrm>
          <a:prstGeom prst="line">
            <a:avLst/>
          </a:prstGeom>
          <a:ln w="15875">
            <a:solidFill>
              <a:srgbClr val="22C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4251960"/>
            <a:ext cx="3063240" cy="96012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5568" y="4434840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379976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Privacidad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782312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Consentimientos, retenci?n y minimizaci?n de datos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77639" y="2852928"/>
            <a:ext cx="2075689" cy="1874520"/>
          </a:xfrm>
          <a:prstGeom prst="line">
            <a:avLst/>
          </a:prstGeom>
          <a:ln w="15875">
            <a:solidFill>
              <a:srgbClr val="FF8D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83879" y="4251960"/>
            <a:ext cx="3063240" cy="96012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5048" y="4434840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4379976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Operaci?n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782312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Logs, monitoreo de errores y backups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6053328" y="2852928"/>
            <a:ext cx="2130551" cy="1874520"/>
          </a:xfrm>
          <a:prstGeom prst="line">
            <a:avLst/>
          </a:prstGeom>
          <a:ln w="15875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43400" y="5074920"/>
            <a:ext cx="3063240" cy="96012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44568" y="5257800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5202936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Configuraci?n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5605272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Variables de entorno para claves e IDs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343400" y="2852928"/>
            <a:ext cx="1709928" cy="2697480"/>
          </a:xfrm>
          <a:prstGeom prst="line">
            <a:avLst/>
          </a:prstGeom>
          <a:ln w="15875">
            <a:solidFill>
              <a:srgbClr val="F6BF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057400" y="6309360"/>
            <a:ext cx="8046720" cy="29260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EC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Mensaje directivo: la automatizaci?n por voz debe crecer acompa?ada de seguridad, trazabilidad y reglas de acceso verificables.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Modelo operativo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C?mo explicar el valor de la arquitectura en una conversaci?n de negocio.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916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874520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819656"/>
            <a:ext cx="2377439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Experiencia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221992"/>
            <a:ext cx="2916936" cy="12070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El odont?logo reduce fricci?n: dicta hallazgos mientras atiende.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El paciente queda conectado a citas, admisi?n y documentos.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36007" y="187452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819656"/>
            <a:ext cx="2377439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221992"/>
            <a:ext cx="2916936" cy="12070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quiru_app concentra la interfaz y Firebase sostiene identidad, datos y archivos.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Google Cloud NLP ampl?a la tolerancia a errores del dictado.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9328" y="1874520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819656"/>
            <a:ext cx="2377439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Gobierno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221992"/>
            <a:ext cx="2916936" cy="12070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La arquitectura debe cerrar con reglas, auditor?a, monitoreo y pruebas de flujos cr?ticos.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Esto protege calidad cl?nica y escalabilidad.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0520"/>
            <a:ext cx="1828800" cy="402336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Decisiones sugeridas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36592"/>
            <a:ext cx="292608" cy="237744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727448"/>
            <a:ext cx="777240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019" b="0">
                <a:solidFill>
                  <a:srgbClr val="123C3A"/>
                </a:solidFill>
                <a:latin typeface="Aptos"/>
              </a:rPr>
              <a:t>Formalizar reglas Firebase y roles de acceso.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93207"/>
            <a:ext cx="292608" cy="237744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084064"/>
            <a:ext cx="777240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019" b="0">
                <a:solidFill>
                  <a:srgbClr val="123C3A"/>
                </a:solidFill>
                <a:latin typeface="Aptos"/>
              </a:rPr>
              <a:t>Separar configuraci?n cloud por ambiente.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449824"/>
            <a:ext cx="292608" cy="237744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5440680"/>
            <a:ext cx="777240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019" b="0">
                <a:solidFill>
                  <a:srgbClr val="123C3A"/>
                </a:solidFill>
                <a:latin typeface="Aptos"/>
              </a:rPr>
              <a:t>Medir precisi?n de voz/NLP y errores de agenda/documentos.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806440"/>
            <a:ext cx="292608" cy="237744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797296"/>
            <a:ext cx="777240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019" b="0">
                <a:solidFill>
                  <a:srgbClr val="123C3A"/>
                </a:solidFill>
                <a:latin typeface="Aptos"/>
              </a:rPr>
              <a:t>Agregar pruebas smoke de paciente, odontograma, citas y PDF.</a:t>
            </a:r>
          </a:p>
        </p:txBody>
      </p:sp>
      <p:sp>
        <p:nvSpPr>
          <p:cNvPr id="29" name="Oval 28"/>
          <p:cNvSpPr/>
          <p:nvPr/>
        </p:nvSpPr>
        <p:spPr>
          <a:xfrm>
            <a:off x="9299448" y="4187952"/>
            <a:ext cx="438912" cy="43891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25712" y="4645152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5330952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Odont?logo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586984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voz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4526280"/>
            <a:ext cx="1051560" cy="420624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quiru_app</a:t>
            </a:r>
          </a:p>
        </p:txBody>
      </p:sp>
      <p:sp>
        <p:nvSpPr>
          <p:cNvPr id="34" name="Cloud 33"/>
          <p:cNvSpPr/>
          <p:nvPr/>
        </p:nvSpPr>
        <p:spPr>
          <a:xfrm>
            <a:off x="10771632" y="4370832"/>
            <a:ext cx="868680" cy="685800"/>
          </a:xfrm>
          <a:prstGeom prst="cloud">
            <a:avLst/>
          </a:prstGeom>
          <a:solidFill>
            <a:srgbClr val="DCFBF3"/>
          </a:solidFill>
          <a:ln w="1524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00232" y="4626864"/>
            <a:ext cx="411479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4992624"/>
            <a:ext cx="228600" cy="-91439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Firebase + NLP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65792" y="4700016"/>
            <a:ext cx="32004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10991088" y="4709160"/>
            <a:ext cx="2743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Quiru - Arquitectura ejecutiva gr?fica</dc:title>
  <dc:subject>Interconexiones entre cliente, odont?logo, quiru_app, Firebase, Google Cloud NLP y Annyang</dc:subject>
  <dc:creator>Codex</dc:creator>
  <cp:keywords/>
  <dc:description>Deck ejecutivo generado para mostrar arquitectura gr?fica e interconexiones principales.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